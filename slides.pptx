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12192000" cy="6858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 hidden="0"/>
          <p:cNvSpPr>
            <a:spLocks noGrp="1"/>
          </p:cNvSpPr>
          <p:nvPr isPhoto="0" userDrawn="0">
            <p:ph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7" name="Slide Number Placeholder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 hidden="0"/>
          <p:cNvSpPr>
            <a:spLocks noGrp="1"/>
          </p:cNvSpPr>
          <p:nvPr isPhoto="0" userDrawn="0">
            <p:ph type="body" sz="quarter" idx="3" hasCustomPrompt="0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 hidden="0"/>
          <p:cNvSpPr>
            <a:spLocks noGrp="1"/>
          </p:cNvSpPr>
          <p:nvPr isPhoto="0" userDrawn="0">
            <p:ph sz="quarter" idx="4" hasCustomPrompt="0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9" name="Slide Number Placeholder 8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5" name="Slide Number Placeholder 4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4" name="Slide Number Placeholder 3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7" name="Slide Number Placeholder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 hidden="0"/>
          <p:cNvSpPr>
            <a:spLocks noChangeAspect="1" noGrp="1"/>
          </p:cNvSpPr>
          <p:nvPr isPhoto="0" userDrawn="0">
            <p:ph type="pic" idx="1" hasCustomPrompt="0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7" name="Slide Number Placeholder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 hidden="0"/>
          <p:cNvSpPr>
            <a:spLocks noGrp="1"/>
          </p:cNvSpPr>
          <p:nvPr isPhoto="0" userDrawn="0">
            <p:ph type="title" orient="vert" hasCustomPrompt="0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ba</a:t>
            </a:r>
            <a:endParaRPr/>
          </a:p>
        </p:txBody>
      </p:sp>
      <p:sp>
        <p:nvSpPr>
          <p:cNvPr id="6" name="Slide Number Placeholder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typescriptlang.org/docs/handbook/intro.html" TargetMode="External"/><Relationship Id="rId3" Type="http://schemas.openxmlformats.org/officeDocument/2006/relationships/hyperlink" Target="https://github.com/type-challenges/type-challenges" TargetMode="External"/><Relationship Id="rId4" Type="http://schemas.openxmlformats.org/officeDocument/2006/relationships/hyperlink" Target="mailto:marco.sieben@andrena.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0965192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3498990" y="943846"/>
            <a:ext cx="5194019" cy="4144065"/>
          </a:xfrm>
          <a:prstGeom prst="rect">
            <a:avLst/>
          </a:prstGeom>
        </p:spPr>
      </p:pic>
      <p:sp>
        <p:nvSpPr>
          <p:cNvPr id="1763869395" name="" hidden="0"/>
          <p:cNvSpPr txBox="1"/>
          <p:nvPr isPhoto="0" userDrawn="0"/>
        </p:nvSpPr>
        <p:spPr bwMode="auto">
          <a:xfrm flipH="0" flipV="0">
            <a:off x="361715" y="5335245"/>
            <a:ext cx="5136101" cy="5181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/>
              <a:t>Entwicklertag Karlsruhe 2022</a:t>
            </a:r>
            <a:endParaRPr sz="2800"/>
          </a:p>
        </p:txBody>
      </p:sp>
      <p:sp>
        <p:nvSpPr>
          <p:cNvPr id="1614658659" name="" hidden="0"/>
          <p:cNvSpPr txBox="1"/>
          <p:nvPr isPhoto="0" userDrawn="0"/>
        </p:nvSpPr>
        <p:spPr bwMode="auto">
          <a:xfrm flipH="0" flipV="0">
            <a:off x="7521029" y="6225489"/>
            <a:ext cx="3766925" cy="3657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mailto:marco.sieben@andrena.de</a:t>
            </a:r>
            <a:endParaRPr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66759401" name="" hidden="0"/>
          <p:cNvSpPr txBox="1"/>
          <p:nvPr isPhoto="0" userDrawn="0"/>
        </p:nvSpPr>
        <p:spPr bwMode="auto">
          <a:xfrm flipH="0" flipV="0">
            <a:off x="361715" y="6225489"/>
            <a:ext cx="3766600" cy="365795"/>
          </a:xfrm>
          <a:prstGeom prst="rect">
            <a:avLst/>
          </a:prstGeom>
          <a:noFill/>
        </p:spPr>
        <p:txBody>
          <a:bodyPr vertOverflow="overflow" horzOverflow="clip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marco.sieben@andrena.de</a:t>
            </a:r>
            <a:endParaRPr/>
          </a:p>
        </p:txBody>
      </p:sp>
      <p:sp>
        <p:nvSpPr>
          <p:cNvPr id="160065228" name="" hidden="0"/>
          <p:cNvSpPr txBox="1"/>
          <p:nvPr isPhoto="0" userDrawn="0"/>
        </p:nvSpPr>
        <p:spPr bwMode="auto">
          <a:xfrm flipH="0" flipV="0">
            <a:off x="4454893" y="236568"/>
            <a:ext cx="3282212" cy="640115"/>
          </a:xfrm>
          <a:prstGeom prst="rect">
            <a:avLst/>
          </a:prstGeom>
          <a:noFill/>
        </p:spPr>
        <p:txBody>
          <a:bodyPr vertOverflow="overflow" horzOverflow="clip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0"/>
              <a:t>Willkommen zu</a:t>
            </a:r>
            <a:endParaRPr sz="3600" b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872697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Grundlegende Syntax und Typen</a:t>
            </a:r>
            <a:endParaRPr/>
          </a:p>
        </p:txBody>
      </p:sp>
      <p:pic>
        <p:nvPicPr>
          <p:cNvPr id="1332888520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4447171" y="1780171"/>
            <a:ext cx="3297656" cy="32976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7193893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3319430" y="652430"/>
            <a:ext cx="5553137" cy="55531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807554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710024" y="1156791"/>
            <a:ext cx="10771950" cy="45444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614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Literal Types</a:t>
            </a:r>
            <a:endParaRPr/>
          </a:p>
        </p:txBody>
      </p:sp>
      <p:pic>
        <p:nvPicPr>
          <p:cNvPr id="977223502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2740227" y="1738567"/>
            <a:ext cx="6711544" cy="4540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087865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Union und Intersection Types</a:t>
            </a:r>
            <a:endParaRPr/>
          </a:p>
        </p:txBody>
      </p:sp>
      <p:sp>
        <p:nvSpPr>
          <p:cNvPr id="286985097" name="" hidden="0"/>
          <p:cNvSpPr/>
          <p:nvPr isPhoto="0" userDrawn="0"/>
        </p:nvSpPr>
        <p:spPr bwMode="auto">
          <a:xfrm>
            <a:off x="12004665" y="6553996"/>
            <a:ext cx="254916" cy="365795"/>
          </a:xfrm>
        </p:spPr>
        <p:txBody>
          <a:bodyPr rot="0" spcFirstLastPara="0" vertOverflow="overflow" horzOverflow="clip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429326538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6866310" y="2174696"/>
            <a:ext cx="4772025" cy="1782784"/>
          </a:xfrm>
          <a:prstGeom prst="rect">
            <a:avLst/>
          </a:prstGeom>
        </p:spPr>
      </p:pic>
      <p:pic>
        <p:nvPicPr>
          <p:cNvPr id="807110769" name="" hidden="0"/>
          <p:cNvPicPr>
            <a:picLocks noChangeAspect="1"/>
          </p:cNvPicPr>
          <p:nvPr isPhoto="0" userDrawn="0"/>
        </p:nvPicPr>
        <p:blipFill>
          <a:blip r:embed="rId3"/>
          <a:stretch/>
        </p:blipFill>
        <p:spPr bwMode="auto">
          <a:xfrm>
            <a:off x="6866310" y="4504266"/>
            <a:ext cx="4772025" cy="1695449"/>
          </a:xfrm>
          <a:prstGeom prst="rect">
            <a:avLst/>
          </a:prstGeom>
        </p:spPr>
      </p:pic>
      <p:pic>
        <p:nvPicPr>
          <p:cNvPr id="510244975" name="" hidden="0"/>
          <p:cNvPicPr>
            <a:picLocks noChangeAspect="1"/>
          </p:cNvPicPr>
          <p:nvPr isPhoto="0" userDrawn="0"/>
        </p:nvPicPr>
        <p:blipFill>
          <a:blip r:embed="rId4"/>
          <a:stretch/>
        </p:blipFill>
        <p:spPr bwMode="auto">
          <a:xfrm flipH="0" flipV="0">
            <a:off x="1422757" y="2689411"/>
            <a:ext cx="4673242" cy="3048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42630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Utility Types</a:t>
            </a:r>
            <a:endParaRPr/>
          </a:p>
        </p:txBody>
      </p:sp>
      <p:pic>
        <p:nvPicPr>
          <p:cNvPr id="1101300606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3522331" y="1302994"/>
            <a:ext cx="5147335" cy="48364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669492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Template Literal Types</a:t>
            </a:r>
            <a:endParaRPr/>
          </a:p>
        </p:txBody>
      </p:sp>
      <p:pic>
        <p:nvPicPr>
          <p:cNvPr id="1048247508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258676" y="2102761"/>
            <a:ext cx="11674647" cy="4013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15059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Generic Types und Conditional Types</a:t>
            </a:r>
            <a:endParaRPr/>
          </a:p>
        </p:txBody>
      </p:sp>
      <p:pic>
        <p:nvPicPr>
          <p:cNvPr id="1965896018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3103710" y="1784369"/>
            <a:ext cx="5984578" cy="4488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350203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Mapped Types</a:t>
            </a:r>
            <a:endParaRPr/>
          </a:p>
        </p:txBody>
      </p:sp>
      <p:pic>
        <p:nvPicPr>
          <p:cNvPr id="572826044" name="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 flipH="0" flipV="0">
            <a:off x="3417786" y="2056735"/>
            <a:ext cx="5356426" cy="4017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068354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Ausblick</a:t>
            </a:r>
            <a:endParaRPr/>
          </a:p>
        </p:txBody>
      </p:sp>
      <p:pic>
        <p:nvPicPr>
          <p:cNvPr id="950863750" name="" hidden="0"/>
          <p:cNvPicPr>
            <a:picLocks noChangeAspect="1"/>
          </p:cNvPicPr>
          <p:nvPr isPhoto="0" userDrawn="0"/>
        </p:nvPicPr>
        <p:blipFill>
          <a:blip r:embed="rId2"/>
          <a:srcRect l="0" t="0" r="0" b="28599"/>
          <a:stretch/>
        </p:blipFill>
        <p:spPr bwMode="auto">
          <a:xfrm flipH="0" flipV="0">
            <a:off x="3260288" y="1600666"/>
            <a:ext cx="5899793" cy="4456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678284" name="Titl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Vielen Dank!</a:t>
            </a:r>
            <a:endParaRPr/>
          </a:p>
        </p:txBody>
      </p:sp>
      <p:sp>
        <p:nvSpPr>
          <p:cNvPr id="264476573" name="Content Placeholder 2" hidden="0"/>
          <p:cNvSpPr>
            <a:spLocks noGrp="1"/>
          </p:cNvSpPr>
          <p:nvPr isPhoto="0" userDrawn="0">
            <p:ph idx="1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sz="2200"/>
              <a:t>TypeScript Handbook: </a:t>
            </a:r>
            <a:r>
              <a:rPr lang="en-US" sz="2200" b="0" i="0" u="sng" strike="noStrike" cap="none" spc="0">
                <a:latin typeface="Arial"/>
                <a:ea typeface="Arial"/>
                <a:cs typeface="Arial"/>
                <a:hlinkClick r:id="rId2" tooltip="https://www.typescriptlang.org/docs/handbook/intro.html"/>
              </a:rPr>
              <a:t>https://www.typescriptlang.org/docs/handbook/intro.html</a:t>
            </a:r>
            <a:endParaRPr lang="en-US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Type Challenges: </a:t>
            </a:r>
            <a:r>
              <a:rPr lang="en-US" sz="2200" b="0" i="0" u="sng" strike="noStrike" cap="none" spc="0">
                <a:latin typeface="Arial"/>
                <a:ea typeface="Arial"/>
                <a:cs typeface="Arial"/>
                <a:hlinkClick r:id="rId3" tooltip="https://github.com/type-challenges/type-challenges"/>
              </a:rPr>
              <a:t>https://github.com/type-challenges/type-challenges</a:t>
            </a:r>
            <a:endParaRPr lang="en-US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Kleine Aufgaben: TODO</a:t>
            </a:r>
            <a:endParaRPr lang="en-US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200"/>
          </a:p>
          <a:p>
            <a:pPr marL="0" indent="0">
              <a:buFont typeface="Arial"/>
              <a:buNone/>
              <a:defRPr/>
            </a:pPr>
            <a:endParaRPr lang="en-US" sz="2200"/>
          </a:p>
          <a:p>
            <a:pPr marL="0" indent="0">
              <a:buFont typeface="Arial"/>
              <a:buNone/>
              <a:defRPr/>
            </a:pPr>
            <a:endParaRPr lang="en-US" sz="2200"/>
          </a:p>
          <a:p>
            <a:pPr marL="0" indent="0">
              <a:buFont typeface="Arial"/>
              <a:buNone/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Marco Sieben (andrea objekts ag)</a:t>
            </a:r>
            <a:endParaRPr lang="en-US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200" b="0" i="0" u="sng" strike="noStrike" cap="none" spc="0">
                <a:latin typeface="Arial"/>
                <a:ea typeface="Arial"/>
                <a:cs typeface="Arial"/>
                <a:hlinkClick r:id="rId4" tooltip="mailto:marco.sieben@andrena.de"/>
              </a:rPr>
              <a:t>mailto:marco.sieben@andrena.de</a:t>
            </a:r>
            <a:endParaRPr lang="en-US" sz="2200" b="0" i="0" u="none" strike="noStrike" cap="none" spc="0">
              <a:solidFill>
                <a:schemeClr val="bg2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200" b="0" i="0" u="none" strike="noStrike" cap="none" spc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Oder gleich persönlich in der </a:t>
            </a:r>
            <a:endParaRPr sz="220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ONLYOFFICE/7.0.1.37</Application>
  <DocSecurity>0</DocSecurity>
  <PresentationFormat>Widescreen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10</cp:revision>
  <dcterms:created xsi:type="dcterms:W3CDTF">2012-12-03T06:56:55Z</dcterms:created>
  <dcterms:modified xsi:type="dcterms:W3CDTF">2022-05-09T15:17:25Z</dcterms:modified>
  <cp:category/>
  <cp:contentStatus/>
  <cp:version/>
</cp:coreProperties>
</file>